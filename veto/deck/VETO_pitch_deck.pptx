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86868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Gate for Autonomous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autonomous data analyst you can let run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because an adversarial agent with veto power stands between every conclusion it reaches and every action it takes.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9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Agents League  ·  Reasoning Agents Track  ·  Built on Microsoft Foundry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332720" y="2057400"/>
            <a:ext cx="1097280" cy="1097280"/>
          </a:xfrm>
          <a:prstGeom prst="ellipse">
            <a:avLst/>
          </a:prstGeom>
          <a:solidFill>
            <a:srgbClr val="151B30"/>
          </a:solidFill>
          <a:ln w="31750">
            <a:solidFill>
              <a:srgbClr val="F055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25328" y="2350008"/>
            <a:ext cx="512064" cy="512064"/>
          </a:xfrm>
          <a:prstGeom prst="line">
            <a:avLst/>
          </a:prstGeom>
          <a:noFill/>
          <a:ln w="31750">
            <a:solidFill>
              <a:srgbClr val="F055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IT 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Enterprises don't fear </a:t>
            </a:r>
            <a:pPr indent="0" marL="0">
              <a:buNone/>
            </a:pPr>
            <a:r>
              <a:rPr lang="en-US" sz="4000" b="1" i="1" dirty="0">
                <a:solidFill>
                  <a:srgbClr val="8B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dumb</a:t>
            </a:r>
            <a:pPr indent="0" marL="0">
              <a:buNone/>
            </a:pPr>
            <a:r>
              <a:rPr lang="en-US" sz="40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agents.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fear </a:t>
            </a:r>
            <a:pPr indent="0" marL="0">
              <a:buNone/>
            </a:pPr>
            <a:r>
              <a:rPr lang="en-US" sz="4000" b="1" dirty="0">
                <a:solidFill>
                  <a:srgbClr val="F05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confident, wrong</a:t>
            </a:r>
            <a:pPr indent="0" marL="0">
              <a:buNone/>
            </a:pPr>
            <a:r>
              <a:rPr lang="en-US" sz="40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agents with execution rights.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5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acts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pushes a flawed conclusion to a dashboard or a Teams channel — autonomously, with no human in the loop.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31089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5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ships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572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automated insight becomes a real decision: a budget cut, a defunded team, a treatment choice.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31089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5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collapses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572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fear is the #1 blocker to deploying autonomous analytics at all.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structurally unreliable at statistical inference — they hallucinate rigor. So we never ask them to do inference.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generation from verification. Put a commit gate between them.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560320"/>
            <a:ext cx="502920" cy="502920"/>
          </a:xfrm>
          <a:prstGeom prst="ellipse">
            <a:avLst/>
          </a:prstGeom>
          <a:solidFill>
            <a:srgbClr val="F0556B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0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Analyst reads the data and commits to an action with a victim — "cut Region B." Fast, decisive, naive.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22860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560320"/>
            <a:ext cx="502920" cy="50292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2918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Adversary runs a deterministic statistical battery — scipy / statsmodels. Verdicts are computed, not claimed.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2560320"/>
            <a:ext cx="502920" cy="502920"/>
          </a:xfrm>
          <a:prstGeom prst="ellipse">
            <a:avLst/>
          </a:prstGeom>
          <a:solidFill>
            <a:srgbClr val="3FB984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FB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2918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code holds the only execution keys. Nothing runs without a signed commit it can independently verify.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comes from scipy — not from a second model agreeing with the first.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propose and critique. Only deterministic code holds the keys.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1B2240"/>
          </a:solidFill>
          <a:ln w="25400">
            <a:solidFill>
              <a:srgbClr val="F05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025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1874520"/>
            <a:ext cx="2286000" cy="1143000"/>
          </a:xfrm>
          <a:prstGeom prst="roundRect">
            <a:avLst>
              <a:gd name="adj" fmla="val 4800"/>
            </a:avLst>
          </a:prstGeom>
          <a:solidFill>
            <a:srgbClr val="151B30"/>
          </a:solidFill>
          <a:ln w="25400">
            <a:solidFill>
              <a:srgbClr val="F2B4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20025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GATE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2404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state machine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26880" y="187452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1B2240"/>
          </a:solidFill>
          <a:ln w="25400">
            <a:solidFill>
              <a:srgbClr val="3FB98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0" y="20025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0" y="2404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0360" y="2286000"/>
            <a:ext cx="2148840" cy="0"/>
          </a:xfrm>
          <a:prstGeom prst="line">
            <a:avLst/>
          </a:prstGeom>
          <a:noFill/>
          <a:ln w="31750">
            <a:solidFill>
              <a:srgbClr val="C7D2F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880360" y="1938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 (queued)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06640" y="2286000"/>
            <a:ext cx="1874520" cy="0"/>
          </a:xfrm>
          <a:prstGeom prst="line">
            <a:avLst/>
          </a:prstGeom>
          <a:noFill/>
          <a:ln w="31750">
            <a:solidFill>
              <a:srgbClr val="C7D2F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06640" y="1938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9680" y="3840480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1B2240"/>
          </a:solidFill>
          <a:ln w="25400">
            <a:solidFill>
              <a:srgbClr val="3FB98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3968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BATTERY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0" y="4370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· statsmodels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· power · FDR · shift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32720" y="3017520"/>
            <a:ext cx="0" cy="822960"/>
          </a:xfrm>
          <a:prstGeom prst="line">
            <a:avLst/>
          </a:prstGeom>
          <a:noFill/>
          <a:ln w="31750">
            <a:solidFill>
              <a:srgbClr val="3FB98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2296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3FB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battery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017520"/>
            <a:ext cx="0" cy="868680"/>
          </a:xfrm>
          <a:prstGeom prst="line">
            <a:avLst/>
          </a:prstGeom>
          <a:noFill/>
          <a:ln w="31750">
            <a:solidFill>
              <a:srgbClr val="F2B44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3840480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151B30"/>
          </a:solidFill>
          <a:ln w="25400">
            <a:solidFill>
              <a:srgbClr val="F2B4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3968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4370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cross-checks the verdict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raw battery output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2788920"/>
            <a:ext cx="-2240280" cy="0"/>
          </a:xfrm>
          <a:prstGeom prst="line">
            <a:avLst/>
          </a:prstGeom>
          <a:noFill/>
          <a:ln w="25400">
            <a:solidFill>
              <a:srgbClr val="F0556B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37744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0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+ required controls → self-correct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" y="54406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151B30"/>
          </a:solidFill>
          <a:ln w="25400">
            <a:solidFill>
              <a:srgbClr val="3FB98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596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 —  signed commits only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961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Adaptive Card   ·   reversal chart   ·   append-only audit log (every veto, reason, rerun)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892040"/>
            <a:ext cx="0" cy="548640"/>
          </a:xfrm>
          <a:prstGeom prst="line">
            <a:avLst/>
          </a:prstGeom>
          <a:noFill/>
          <a:ln w="31750">
            <a:solidFill>
              <a:srgbClr val="3FB98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GUT-PUNCH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data. One confound apart.</a:t>
            </a:r>
            <a:endParaRPr lang="en-US" sz="3000" dirty="0"/>
          </a:p>
        </p:txBody>
      </p:sp>
      <p:pic>
        <p:nvPicPr>
          <p:cNvPr id="4" name="Image 0" descr="rever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7680960" cy="35841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1600200"/>
            <a:ext cx="2468880" cy="4023360"/>
          </a:xfrm>
          <a:prstGeom prst="roundRect">
            <a:avLst>
              <a:gd name="adj" fmla="val 2963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98280" y="17830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spc="200" kern="0" dirty="0">
                <a:solidFill>
                  <a:srgbClr val="F0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 looks worst.
"Cut it."
</a:t>
            </a:r>
            <a:pPr indent="0" marL="0">
              <a:lnSpc>
                <a:spcPct val="112000"/>
              </a:lnSpc>
              <a:buNone/>
            </a:pPr>
            <a:r>
              <a:rPr lang="en-US" sz="1400" b="1" spc="200" kern="0" dirty="0">
                <a:solidFill>
                  <a:srgbClr val="3FB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account for deal size, B is the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FB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 in every segment.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098280" y="45720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i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as-is, this would have defunded the best team in the company.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fires the confounding check — sign reversal, naive −0.043 → controlled +0.025 (p = 0.002) — and vetoes the commit.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NOT A ONE-TRICK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data. Different traps. Same gate.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23160"/>
            <a:ext cx="457200" cy="457200"/>
          </a:xfrm>
          <a:prstGeom prst="ellipse">
            <a:avLst/>
          </a:prstGeom>
          <a:solidFill>
            <a:srgbClr val="F0556B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reversal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OLS: the effect flips sign once you control for the covariate.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headline_sales.csv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423160"/>
            <a:ext cx="457200" cy="45720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Underpowered "trend"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power 0.27, bootstrap CI crosses zero — the gap isn't real.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trap_power.csv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1488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423160"/>
            <a:ext cx="457200" cy="457200"/>
          </a:xfrm>
          <a:prstGeom prst="ellipse">
            <a:avLst/>
          </a:prstGeom>
          <a:solidFill>
            <a:srgbClr val="3FB984"/>
          </a:solidFill>
          <a:ln/>
        </p:spPr>
      </p:sp>
      <p:sp>
        <p:nvSpPr>
          <p:cNvPr id="18" name="Text 16"/>
          <p:cNvSpPr/>
          <p:nvPr/>
        </p:nvSpPr>
        <p:spPr>
          <a:xfrm>
            <a:off x="9006840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B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p-hacking bait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20-metric scan; the lone nominal hit dies under Benjamini-Hochberg FDR.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83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trap_multiplicity.csv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seeded dataset generators ship in the repo — generate your own and try to sneak one past the gate.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 — AND MICROSOFT-NATIVE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the model can fail and it doesn't matter.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257800" cy="1554480"/>
          </a:xfrm>
          <a:prstGeom prst="roundRect">
            <a:avLst>
              <a:gd name="adj" fmla="val 4118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95728"/>
            <a:ext cx="411480" cy="411480"/>
          </a:xfrm>
          <a:prstGeom prst="ellipse">
            <a:avLst/>
          </a:prstGeom>
          <a:solidFill>
            <a:srgbClr val="3FB984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359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is code, not an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8529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state machine holds the only execution keys. The Adversary reports; the gate decides.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2103120"/>
            <a:ext cx="5257800" cy="1554480"/>
          </a:xfrm>
          <a:prstGeom prst="roundRect">
            <a:avLst>
              <a:gd name="adj" fmla="val 4118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395728"/>
            <a:ext cx="411480" cy="411480"/>
          </a:xfrm>
          <a:prstGeom prst="ellipse">
            <a:avLst/>
          </a:prstGeom>
          <a:solidFill>
            <a:srgbClr val="3FB984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359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cross-check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8529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must cite a battery run id; the gate independently holds the raw output and overrides any mismatch.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257800" cy="1554480"/>
          </a:xfrm>
          <a:prstGeom prst="roundRect">
            <a:avLst>
              <a:gd name="adj" fmla="val 4118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0" y="4178808"/>
            <a:ext cx="411480" cy="411480"/>
          </a:xfrm>
          <a:prstGeom prst="ellipse">
            <a:avLst/>
          </a:prstGeom>
          <a:solidFill>
            <a:srgbClr val="3FB984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4142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46360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veto cycles without convergence → escalates to a human with the full audit trail. Never silent execution.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886200"/>
            <a:ext cx="5257800" cy="1554480"/>
          </a:xfrm>
          <a:prstGeom prst="roundRect">
            <a:avLst>
              <a:gd name="adj" fmla="val 4118"/>
            </a:avLst>
          </a:prstGeom>
          <a:solidFill>
            <a:srgbClr val="151B30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4178808"/>
            <a:ext cx="411480" cy="411480"/>
          </a:xfrm>
          <a:prstGeom prst="ellipse">
            <a:avLst/>
          </a:prstGeom>
          <a:solidFill>
            <a:srgbClr val="3FB984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142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+ Agent Framework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46360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run live on Microsoft Foundry via the Microsoft Agent Framework. Offline reference brains prove the gate is model-agnostic.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between an AI demo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7D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system you'd let run </a:t>
            </a:r>
            <a:pPr indent="0" marL="0">
              <a:buNone/>
            </a:pPr>
            <a:r>
              <a:rPr lang="en-US" sz="3800" b="1" dirty="0">
                <a:solidFill>
                  <a:srgbClr val="3FB9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 ·  The Commit Gate for Autonomous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pPr indent="0" marL="0">
              <a:buNone/>
            </a:pPr>
            <a:r>
              <a:rPr lang="en-US" sz="2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</a:t>
            </a:r>
            <a:pPr indent="0" marL="0">
              <a:buNone/>
            </a:pPr>
            <a:r>
              <a:rPr lang="en-US" sz="2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</a:t>
            </a:r>
            <a:pPr indent="0" marL="0">
              <a:buNone/>
            </a:pPr>
            <a:r>
              <a:rPr lang="en-US" sz="2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3FB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Agents League  ·  Reasoning Agents Track  ·  Microsoft Foundry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VETO — The Commit Gate for Autonomous Analytics</dc:title>
  <dc:subject>PptxGenJS Presentation</dc:subject>
  <dc:creator>Faisal</dc:creator>
  <cp:lastModifiedBy>Faisal</cp:lastModifiedBy>
  <cp:revision>1</cp:revision>
  <dcterms:created xsi:type="dcterms:W3CDTF">2026-06-14T22:16:23Z</dcterms:created>
  <dcterms:modified xsi:type="dcterms:W3CDTF">2026-06-14T22:16:23Z</dcterms:modified>
</cp:coreProperties>
</file>